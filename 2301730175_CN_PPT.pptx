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80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anose="020B0A04020102020204" pitchFamily="34" charset="0"/>
                <a:ea typeface="Arial Narrow" pitchFamily="34" charset="-122"/>
                <a:cs typeface="Arial Narrow" pitchFamily="34" charset="-120"/>
              </a:rPr>
              <a:t>HTTP</a:t>
            </a:r>
            <a:endParaRPr lang="en-US" sz="5400" dirty="0">
              <a:latin typeface="Arial Black" panose="020B0A04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26231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BDD7E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HyperText Transfer Protocol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8917" y="3657600"/>
            <a:ext cx="9144000" cy="2031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Presentation by : Srishti Kainth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cs typeface="Times New Roman" pitchFamily="34" charset="-120"/>
              </a:rPr>
              <a:t>Roll No : 2301730175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: BTech CSE AIML – C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: Computer Networks</a:t>
            </a:r>
            <a:endParaRPr lang="en-US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48D8D7F-8052-6922-6B98-B1B46DA39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000" y="2111052"/>
            <a:ext cx="5808752" cy="290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66811" y="914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HTTP?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6760" y="105156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stands for HyperText Transfer Protocol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foundation of data communication on the Web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messages are formatted and transmitted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the client-server model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the 'Language of the Web'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53611" y="1926156"/>
            <a:ext cx="3328147" cy="2633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3C758A5B-8FEB-0051-0E46-48C4A77429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9F40A8-10D6-808E-1168-497B3EA75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067" y="1963270"/>
            <a:ext cx="4619812" cy="346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HTTP Works?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 (browser) sends an HTTP Request to server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Server processes the request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Server sends back an HTTP Response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Browser renders the received content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25989" y="254866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(Browser)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14329" y="2548665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23000" y="642912"/>
            <a:ext cx="1392174" cy="135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8989" y="31923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43800" y="5023822"/>
            <a:ext cx="3649531" cy="1326776"/>
          </a:xfrm>
          <a:prstGeom prst="rect">
            <a:avLst/>
          </a:prstGeom>
          <a:solidFill>
            <a:srgbClr val="BDD7EE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351045" y="447518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472C4"/>
                </a:solidFill>
              </a:rPr>
              <a:t>Common HTTP Methods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71232" y="5147535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– Retrieve data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– Submit data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– Update data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– Remove data</a:t>
            </a:r>
            <a:endParaRPr lang="en-US" sz="1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CC3869D-9CEF-0F1F-252C-40AEB8F0E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168" y="1280160"/>
            <a:ext cx="6010041" cy="263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5303520" cy="1554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1188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1xx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5448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1887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Informational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Request received, processing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5303520" cy="1554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26080"/>
            <a:ext cx="1188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2xx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5448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9260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48235"/>
                </a:solidFill>
              </a:rPr>
              <a:t>Success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Request successfully processed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200 OK, 201 Created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663440"/>
            <a:ext cx="5303520" cy="15544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663440"/>
            <a:ext cx="1188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3xx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46634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46634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Redirection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Further action needed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301 Moved Permanently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1188720"/>
            <a:ext cx="5303520" cy="15544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88720"/>
            <a:ext cx="1188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4xx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58952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1887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</a:rPr>
              <a:t>Client Error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Bad request from client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404 Not Found, 403 Forbidden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2926080"/>
            <a:ext cx="5303520" cy="1554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926080"/>
            <a:ext cx="1188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5xx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758952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9260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Server Error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Server failed the request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</a:rPr>
              <a:t>500 Internal Server Error</a:t>
            </a:r>
            <a:endParaRPr lang="en-US" sz="1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2F6D40-C93B-5DDE-3357-DD011781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633" y="4735535"/>
            <a:ext cx="3321247" cy="1867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 HTTPS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5303520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HTTP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as plain text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but less secure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non-sensitive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5303520" cy="6400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972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HTTPS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encryption enabled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encrypted &amp; secure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slower but secure</a:t>
            </a:r>
            <a:endParaRPr lang="en-US" sz="2800" dirty="0"/>
          </a:p>
          <a:p>
            <a:pPr marL="342900" indent="-342900">
              <a:buSzPct val="100000"/>
              <a:buChar char="•"/>
            </a:pPr>
            <a:r>
              <a:rPr lang="en-US" sz="2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banking, login pages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0" cy="5029200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3383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5303520" cy="54864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✔  Advantages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use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– reduces server load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data formats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and well-supported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5303520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97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✘  Disadvantages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 – data can be intercepted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– no session memory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man-in-the-middle attacks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integrity check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sensitive transactions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HTTP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548640" cy="12801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80160"/>
            <a:ext cx="4754880" cy="1280160"/>
          </a:xfrm>
          <a:prstGeom prst="rect">
            <a:avLst/>
          </a:prstGeom>
          <a:solidFill>
            <a:srgbClr val="BDD7EE">
              <a:alpha val="50000"/>
            </a:srgbClr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801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</a:rPr>
              <a:t>Web Browsing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Loading websites in Chrome, Firefox, etc.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280160"/>
            <a:ext cx="548640" cy="12801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280160"/>
            <a:ext cx="4754880" cy="1280160"/>
          </a:xfrm>
          <a:prstGeom prst="rect">
            <a:avLst/>
          </a:prstGeom>
          <a:solidFill>
            <a:srgbClr val="BDD7EE">
              <a:alpha val="50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2801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REST APIs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Communication between web services and apps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548640" cy="128016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26080"/>
            <a:ext cx="4754880" cy="1280160"/>
          </a:xfrm>
          <a:prstGeom prst="rect">
            <a:avLst/>
          </a:prstGeom>
          <a:solidFill>
            <a:srgbClr val="BDD7EE">
              <a:alpha val="50000"/>
            </a:srgbClr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260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4B5"/>
                </a:solidFill>
              </a:rPr>
              <a:t>File Transfer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Downloading files from web servers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548640" cy="12801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2926080"/>
            <a:ext cx="4754880" cy="1280160"/>
          </a:xfrm>
          <a:prstGeom prst="rect">
            <a:avLst/>
          </a:prstGeom>
          <a:solidFill>
            <a:srgbClr val="BDD7EE">
              <a:alpha val="50000"/>
            </a:srgbClr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9260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</a:rPr>
              <a:t>Email Services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Webmail applications like Gmail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548640" cy="128016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72000"/>
            <a:ext cx="4754880" cy="1280160"/>
          </a:xfrm>
          <a:prstGeom prst="rect">
            <a:avLst/>
          </a:prstGeom>
          <a:solidFill>
            <a:srgbClr val="BDD7EE">
              <a:alpha val="50000"/>
            </a:srgbClr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72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48235"/>
                </a:solidFill>
              </a:rPr>
              <a:t>Streaming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Delivering audio and video content online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4572000"/>
            <a:ext cx="548640" cy="12801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4572000"/>
            <a:ext cx="4754880" cy="1280160"/>
          </a:xfrm>
          <a:prstGeom prst="rect">
            <a:avLst/>
          </a:prstGeom>
          <a:solidFill>
            <a:srgbClr val="BDD7EE">
              <a:alpha val="50000"/>
            </a:srgbClr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5720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</a:rPr>
              <a:t>IoT Devices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Smart devices communicating over the web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FA8D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12745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337</Words>
  <Application>Microsoft Office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Arial Narrow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Srishti Kainth</cp:lastModifiedBy>
  <cp:revision>2</cp:revision>
  <dcterms:created xsi:type="dcterms:W3CDTF">2026-05-01T09:06:49Z</dcterms:created>
  <dcterms:modified xsi:type="dcterms:W3CDTF">2026-05-01T09:25:01Z</dcterms:modified>
</cp:coreProperties>
</file>